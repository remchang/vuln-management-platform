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微软雅黑"/>
              </a:defRPr>
            </a:pPr>
            <a:r>
              <a:t>《开源软件与新技术》</a:t>
            </a:r>
          </a:p>
          <a:p>
            <a:pPr>
              <a:defRPr sz="2500" b="1">
                <a:solidFill>
                  <a:srgbClr val="FFFFFF"/>
                </a:solidFill>
                <a:latin typeface="微软雅黑"/>
              </a:defRPr>
            </a:pPr>
            <a:r>
              <a:t>实验07 软件安全检测与漏洞管理平台</a:t>
            </a:r>
          </a:p>
          <a:p>
            <a:pPr>
              <a:defRPr sz="1300" b="0">
                <a:solidFill>
                  <a:srgbClr val="DDDDFF"/>
                </a:solidFill>
                <a:latin typeface="微软雅黑"/>
              </a:defRPr>
            </a:pPr>
            <a:r>
              <a:t>课程实验成品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2011680"/>
            <a:ext cx="6583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微软雅黑"/>
              </a:defRPr>
            </a:pPr>
            <a:r>
              <a:t>实验07 软件安全检测与漏洞管理平台</a:t>
            </a:r>
          </a:p>
          <a:p>
            <a:pPr>
              <a:defRPr sz="1500" b="0">
                <a:solidFill>
                  <a:srgbClr val="64748B"/>
                </a:solidFill>
                <a:latin typeface="微软雅黑"/>
              </a:defRPr>
            </a:pPr>
            <a:r>
              <a:t>授权门禁 + ZAP 报告解析与指纹去重 + 修复复扫闭环，把告警变成可追踪的风险</a:t>
            </a:r>
          </a:p>
          <a:p>
            <a:pPr>
              <a:defRPr sz="1000" b="0">
                <a:solidFill>
                  <a:srgbClr val="1E293B"/>
                </a:solidFill>
                <a:latin typeface="微软雅黑"/>
              </a:defRPr>
            </a:pPr>
          </a:p>
          <a:p>
            <a:pPr>
              <a:defRPr sz="1400" b="1">
                <a:solidFill>
                  <a:srgbClr val="4F46E5"/>
                </a:solidFill>
                <a:latin typeface="微软雅黑"/>
              </a:defRPr>
            </a:pPr>
            <a:r>
              <a:t>王锐兵（软件2304，学号 23110506126）</a:t>
            </a:r>
          </a:p>
          <a:p>
            <a:pPr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仓库：github.com/remchang/vuln-management-platform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1. 解决什么实际问题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安全扫描器能一次吐出几十条告警，但**告警不是结论**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真实工作流缺的六样东西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没有授权边界 → 可能违法测试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没有去重 → 每次导入都在重复创建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没有复核结论 → 误报和真阳性混在一起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没有状态与负责人 → 修到哪一步了不知道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没有复扫验证 → 只能说「我改了」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没有覆盖度校验 → 页面没爬到，告警消失，**假关闭**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只运行扫描器并提交报告，既不能证明修复，也容易造成误报或违法测试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2. 用了哪个开源项目、固定在哪个版本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OWASP ZAP **2.17.0**（Apache-2.0）—— 本实验的检测工具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DefectDojo（BSD-3-Clause）—— 只阅读其产品/Engagement/Finding/去重概念，**未部署**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Juice Shop（MIT）—— 教学靶场，**未运行**（修复针对本人源码）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Streamlit（Apache-2.0）—— 界面框架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**本机没有 Docker 也没有 ZAP**，所有扫描路线均未实跑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reports/ 下的两份 JSON 是**人工构造的夹具**，严格按 ZAP Traditional JSON 结构编写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夹具不代表真实扫描结果 —— 这一点在四处文档里都写明了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3. 基线是什么样 vs 我改了什么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500" b="0">
                <a:solidFill>
                  <a:srgbClr val="1E293B"/>
                </a:solidFill>
                <a:latin typeface="微软雅黑"/>
              </a:defRPr>
            </a:pPr>
            <a:r>
              <a:t>▪  ZAP 只是一个扫描器，它不管理漏洞生命周期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我实现的五层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**授权门禁**：白名单校验 + 重定向越界即停 + 命令生成前置校验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**解析层**：ZAP JSON 解析 + HTML 净化（不把扫描证据当可信 HTML 执行）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**指纹层**：稳定指纹去重，重复导入不重复创建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**存储层**：SQLite + 7 状态 + 证据门禁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**对比层**：复扫四分类 + 覆盖度校验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界面：首屏法律与范围警告 → 导入 → 列表 → 状态编辑 → Dashboard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被测目标：本人编写的本地演示应用（未修复版 + 修复版）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自主扩展的核心是「覆盖度校验防假关闭」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4. 自主扩展：稳定指纹 + 覆盖度校验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指纹算法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指纹 = SHA256(规则ID | 规范化origin | 方法 | 规范化路径 | 规范化参数)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归一化：随机查询值、参数顺序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**不归一化**：路径里的资源 ID、参数名（`/item/1` ≠ `/item/2`）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原则：宁可多建一条（重复），也不要错误合并（漏掉）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覆盖度校验（最有价值的一条）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不只对比告警集合，还对比两次扫描的 URL 覆盖集合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after 覆盖明显小于 before → 警告「覆盖不足，不能判定修复」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状态只能停在 Resolved，**不允许进 Verified**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页面没被爬到 → 告警消失 → 看起来修好了 → 实际问题还在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5. 完整证据链（一条漏洞的闭环）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以 10020 X-Frame-Options 为例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① before：pluginid=10020, riskcode=1, instances=2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② 人工复核：判真阳性，理由「页面可被任意站点 iframe 嵌入，点击劫持风险」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③ 指派：负责人 + Confirmed → In Progress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④ 修复分支：fix/10020-10021-10038（三条安全头一起修）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⑤ Commit：target/app.py 的 zhizao_chuli(anquan=True) 分支补三个响应头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⑥ 回归测试：断言修复版有 X-Frame-Options 且原功能不退化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⑧ after：10020 完全不再出现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⑨ 覆盖度核对通过 → ⑩ 状态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只有有证据的关闭才叫 Verified，Resolved 只是「我认为修好了」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6. 两项关键判断 + 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判断一：CSP 没有照搬 default-src 'none'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指导书明确警告过那样会让业务不可用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本目标页面是纯静态、无内联脚本 → 用 default-src 'self'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照抄最严策略会让页面白屏 —— 那不是修复，是把服务弄坏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判断二：HSTS 判为「接受风险」不修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HSTS 只对 HTTPS 有意义，本目标是纯 HTTP 本地服务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加上去会让浏览器强制升级到不存在的 https 地址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测试结果（真实执行）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pytest tests -q → **32 passed in 2.90s**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范围 7 / 解析去重 10 / 工作流 7 / 修复 5 / 复扫对比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扫描器不等于结论：风险等级要结合资产、可达性和业务影响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7. 人工复核与风险取舍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复核覆盖：9 条告警**全部复核**（要求 ≥5）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判定分布：真阳性 6 条、误报 1 条、接受风险 2 条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两个体现「不能只看工具评级」的例子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**10035 HSTS**：工具说「风险中」，但纯 HTTP 场景下加了反而坏事 → 接受风险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**10099 调试信息泄露**：工具判「信息级风险 0」，但若对外发布应是高优先级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关于「假关闭」的四种可能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真的修好了 / 页面没爬到 / 规则没加载 / 目标换了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只有第一种能判 Verified，其余要靠覆盖度和日志核对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同一个告警在不同部署场景下风险等级完全不同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8. 开发计划与 Git 证据 + 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10 个非合并提交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chore(baseline) scope + 白名单 + 报告夹具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feat(parse) 解析 + HTML 净化 / feat(fingerprint) 稳定指纹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feat(workflow) 7 状态 + 证据门禁 / feat(compare) 复扫四分类 + 覆盖度校验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feat(target) 未修复版与修复版目标 / feat(ui) 界面 + 测试 + 脚本 + 文档</a:t>
            </a:r>
          </a:p>
          <a:p>
            <a:pPr>
              <a:lnSpc>
                <a:spcPct val="122000"/>
              </a:lnSpc>
              <a:spcBef>
                <a:spcPts val="700"/>
              </a:spcBef>
              <a:spcAft>
                <a:spcPts val="900"/>
              </a:spcAft>
              <a:defRPr sz="1700" b="1">
                <a:solidFill>
                  <a:srgbClr val="4F46E5"/>
                </a:solidFill>
                <a:latin typeface="微软雅黑"/>
              </a:defRPr>
            </a:pPr>
            <a:r>
              <a:t>证据：8 个 Issue，PR #9 已合并，17 项自我 Review 清单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**本机没有 ZAP 也没有 Docker，未执行任何真实扫描**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50" b="1">
                <a:solidFill>
                  <a:srgbClr val="D97706"/>
                </a:solidFill>
                <a:latin typeface="微软雅黑"/>
              </a:defRPr>
            </a:pPr>
            <a:r>
              <a:t>覆盖不足时的「不能判定修复」逻辑已用测试验证，但没在真实复扫中触发过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32 条测试实跑通过；夹具只用于验证解析/去重/对比逻辑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微软雅黑"/>
              </a:defRPr>
            </a:pPr>
            <a:r>
              <a:t>9. 后续改进方向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188720" cy="44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在能装 Docker 的机器上跑通 zap-baseline 容器路线，用真实报告替换夹具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接入 SARIF 适配，支持多扫描器（指纹算法需要重新设计）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实现修复 SLA 与逾期提醒、负责人工作台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把 PR/Commit 链接与安全 Review 记录纳入平台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加访问控制（现在平台没有认证）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      报告脱敏自动化（目前是人工核对 + 值替换）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870448"/>
            <a:ext cx="10607040" cy="56692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ctr">
              <a:defRPr sz="1200" b="0">
                <a:solidFill>
                  <a:srgbClr val="4F46E5"/>
                </a:solidFill>
                <a:latin typeface="微软雅黑"/>
              </a:defRPr>
            </a:pPr>
            <a:r>
              <a:t>方向是把「工具输出」继续往「可追踪的风险闭环」推进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